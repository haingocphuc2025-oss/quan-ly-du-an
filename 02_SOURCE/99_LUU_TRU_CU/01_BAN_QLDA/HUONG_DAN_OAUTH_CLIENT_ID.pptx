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8040-723A-A45E-0EA2-7BBA7D1A3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7018B-4A6B-BAFA-CC42-0880646B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51F58-B910-EA76-7616-74BC6A27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9A6C3-7E1D-6EC3-FE85-2AD995BC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9B22-7DE3-3BFE-3549-5C032590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E2FA-021E-15F3-2C93-83944946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54945-E16D-A2D6-0433-DBACA70A4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580CB-2557-3A03-E896-E8F010B5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5CAB6-ECD8-966F-F6F5-92B5CD6F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8916A-2D93-861A-216D-9D844B4B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3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C9A0-BBEE-013D-E13E-6A438FF0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320A7-F856-B3B6-DE51-91A02CEE2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5E43C-8EA0-2AE4-DC24-D62E4B8E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26CEC-9658-0AB1-581F-31527273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E804-93AF-84FB-B4DE-E43D5AA1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1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A300-BA34-4E28-ED4E-F69CB80C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E6C91-217B-21BF-77CE-B0C1D8F44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C4FB0-B0FD-A522-6F0C-6CACFC261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49B61-0AE7-C454-D3AF-B254A3D0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3813C-46A8-BF72-5B53-DE92AAE5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7F0DB-B20C-EAC5-6F3B-DF6CE032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6028-D94F-4BF2-53A2-570AC68D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C2DB3-3A3F-E4C5-A77C-126A25362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8F3FD-9BA1-06E8-C71D-2713601C0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95D90-8FA5-005D-A911-A67A821A0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A9E13-FC22-9B91-BE2E-4BF6E1819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3853B-647E-D61A-2487-371ADC6F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73757-BCB4-8A2B-9335-1B079C00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BF575-F398-2668-6C58-2B458FE0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82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590F-0776-72EE-C99D-188DBB9E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496C6-9D40-A048-9529-5FF6CE550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8E928-321A-1624-75B4-0A266A3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BCF0F-6D08-D0D1-E192-5A80A2FC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6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0EBB22-CCC2-FCC7-F875-12EC5BD4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D43AD-727B-3A06-6ED6-D7076001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36238-0E4B-DA1D-48AB-EE77B340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5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C3E6-AA63-3A35-4347-DF24EA44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F4005-2E17-E586-33A2-EF12DAC5A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AD7F8-FF51-42B9-2EDF-1DF98D5A0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259E0-4E1A-BD49-56B3-4F699C68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564DD-B3A7-E810-285F-B97BF26B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1F4D4-D7AA-CBEE-0104-2076F99F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2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F95E-8AAD-4B6D-A628-5818FF8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6DAEDD-41A1-006C-9902-84BA95CC4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B0E3B-E64E-A028-0022-C7C46C0B0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9DC22-AD6B-9EE0-AB1E-4EB56280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C97A6-9E03-755C-88B3-DC3E4875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EF9F5-58F9-FB05-51EE-A1BF6112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8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B7C2-52A4-2E13-7A51-5CAC7EA2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7E86D-7359-45A0-CEC0-BCA8561E2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7B26E-5B0D-6E28-8CE1-AFE924BA5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7D1B1-B88E-FD4B-B1CC-F7B5FACF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CCF07-DAAD-2B15-F306-79D1E68C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0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ECE1AC-EE73-FB78-F070-68C7DCCB4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F92F1-9EA4-0231-8B95-33AE64C19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F485B-0F00-B908-9863-A33464B9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26CB-77AE-B61E-597F-36E73189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128C0-DC49-1E6E-B1A3-ECA43BC8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0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51B1A-C467-CE67-A98F-C2D599AF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5BC39-D8C2-6E17-027D-967F0CFF5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3F221-44D4-58E8-2C8E-E84C7FA58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2136E-E52C-4819-BEC6-C231D45CB09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0E663-768B-EE16-366B-A329CAB6B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7DFED-2BAD-D56A-38C5-DF83481C8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AFE9C-4A0B-4D21-96F7-9D63331BA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9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2BF96E-41B6-481A-6342-32AE0951C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19" y="0"/>
            <a:ext cx="9138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07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trinh quan</dc:creator>
  <cp:lastModifiedBy>trinh quan</cp:lastModifiedBy>
  <cp:revision>1</cp:revision>
  <dcterms:created xsi:type="dcterms:W3CDTF">2026-07-07T03:17:20Z</dcterms:created>
  <dcterms:modified xsi:type="dcterms:W3CDTF">2026-07-07T03:17:30Z</dcterms:modified>
</cp:coreProperties>
</file>